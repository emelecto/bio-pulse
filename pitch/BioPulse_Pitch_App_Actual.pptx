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0D1B2A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600" b="1">
                <a:solidFill>
                  <a:srgbClr val="EAF2F5"/>
                </a:solidFill>
                <a:latin typeface="Arial"/>
              </a:rPr>
              <a:t>BioPulse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8AA0B2"/>
                </a:solidFill>
                <a:latin typeface="Arial"/>
              </a:rPr>
              <a:t>Tus wearables recogen 100.000 datos al día. Ninguno te salva la vida.
Convertimos los datos de tu reloj en una alerta temprana que dice qué pasa y qué hacer — 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PITCH DECK   ·   SERIE SEMILLA   ·   MVP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>
                <a:solidFill>
                  <a:srgbClr val="8AA0B2"/>
                </a:solidFill>
                <a:latin typeface="Arial"/>
              </a:rPr>
              <a:t>Emilio Cardona  ·  Miguel Vásquez  ·  Lucas Vélez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100.000 datos al día.
Casi ninguno se vuelve una decisión.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4FD8C4"/>
                </a:solidFill>
                <a:latin typeface="Arial"/>
              </a:rPr>
              <a:t>100k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señales al día que tu wearable captura y deja sin usar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9BA8F2"/>
                </a:solidFill>
                <a:latin typeface="Arial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de esa señal se vuelve una alerta accionable a tiempo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0687A"/>
                </a:solidFill>
                <a:latin typeface="Arial"/>
              </a:rPr>
              <a:t>1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BioPulse: la que por fin te dice qué 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8AA0B2"/>
                </a:solidFill>
                <a:latin typeface="Arial"/>
              </a:rPr>
              <a:t>El hardware existe. La inteligencia que decide, 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Un número que entiendes.
Una acción que tomas.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Tu wearable ya sabe que algo va mal. Nosotros lo traducimos a un Índice de Riesgo (0–100) con el por qué y el qué hacer. Sin ser científico, sin ser médico.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Índice de Riesgo 0–100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Personal: te comparas con tu propia base, no con un extraño.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Explicable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Muestra la causa exacta — HRV, RHR, recuperación, sueño.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Plan de hoy (IA)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Si el riesgo sube, el Coach entrega 3 pasos accionables con tus métricas.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EL PRODUCTO,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Lo que ves al abrir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Una sola pantalla. El riesgo de hoy, por qué subió y qué hacer ahora mismo.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251960"/>
            <a:ext cx="166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EAF2F5"/>
                </a:solidFill>
                <a:latin typeface="Arial"/>
              </a:rPr>
              <a:t>BioScore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121408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8AA0B2"/>
                </a:solidFill>
                <a:latin typeface="Arial"/>
              </a:rPr>
              <a:t>Bienestar y rendimiento (mayor = mejor) desde HRV, RHR y sueño.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02336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39" y="4297680"/>
            <a:ext cx="457200" cy="457200"/>
          </a:xfrm>
          <a:prstGeom prst="ellipse">
            <a:avLst/>
          </a:prstGeom>
          <a:solidFill>
            <a:srgbClr val="F0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251960"/>
            <a:ext cx="166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EAF2F5"/>
                </a:solidFill>
                <a:latin typeface="Arial"/>
              </a:rPr>
              <a:t>Índice de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937760"/>
            <a:ext cx="2121408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8AA0B2"/>
                </a:solidFill>
                <a:latin typeface="Arial"/>
              </a:rPr>
              <a:t>Fatiga, anomalía o proceso infeccioso temprano. BAJO / MOD / ALTO.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9BA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251960"/>
            <a:ext cx="166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EAF2F5"/>
                </a:solidFill>
                <a:latin typeface="Arial"/>
              </a:rPr>
              <a:t>Sleep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37760"/>
            <a:ext cx="2121408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8AA0B2"/>
                </a:solidFill>
                <a:latin typeface="Arial"/>
              </a:rPr>
              <a:t>Sueño predictivo desde métricas reales: profundo, eficiencia, despertares.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02336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4251960"/>
            <a:ext cx="166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EAF2F5"/>
                </a:solidFill>
                <a:latin typeface="Arial"/>
              </a:rPr>
              <a:t>Coach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937760"/>
            <a:ext cx="2121408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8AA0B2"/>
                </a:solidFill>
                <a:latin typeface="Arial"/>
              </a:rPr>
              <a:t>Conversa sobre tus métricas y entrega el Plan de hoy.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TU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Predicciones personales desde tus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Tu laboratorio personal: energía del día, riesgo proyectado y calma guiada — todo desde tus propios datos.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Mapa de energía del 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Curva 8:00–22:00 que infiere tus picos y valles para saber cuándo entrenar o reunirte.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Proyección de riesgo 3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Regresión sobre 7 días: 'si sigues así, en 3 días tu riesgo llegaría a X'. Actúas hoy.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Respiración guiada 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Anillo que respira contigo para calmar el sistema nervioso al instante.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BIENESTAR + COACH ACCIONABLE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No solo el riesgo: tu recuperación y un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BioScore y Sleep Score para bienestar; Coach con Plan de hoy accionable; diseño iOS 26 claro/oscuro.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BioScore +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Índice de bienestar (mayor=mejor) y sueño predictivo desde datos reales.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Plan de hoy (IA)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Si el riesgo sube, 3 pasos accionables personalizados con tus métricas del día.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Diseño iOS 26 + claro/oscuro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Vidrio translúcido con blur y modo claro/oscuro instantáneo. Tus datos, tu estilo.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POR QUÉ SOMOS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Ellos dan el dato.
Nosotros damos la decisión.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8AA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42519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WHOOP · FITBIT · APPLE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44805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Millones de números y gráficas. Promedios estáticos. Tú solo descubres lo malo cuando ya pasó.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42519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BIOPULSE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937760"/>
            <a:ext cx="44805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Un índice en lenguaje claro, el porqué con tus métricas, y una acción antes de que escale.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TRACCIÓN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No es una idea en papel. Ya corre.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4FD8C4"/>
                </a:solidFill>
                <a:latin typeface="Arial"/>
              </a:rPr>
              <a:t>100k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registros de wearable procesados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4FD8C4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motores de señal validados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48840"/>
            <a:ext cx="2926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4FD8C4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08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datasets realistas integrados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8AA0B2"/>
                </a:solidFill>
                <a:latin typeface="Arial"/>
              </a:rPr>
              <a:t>MVP en vivo sobre datos reales, con backend seguro (Gemini) y fallback local. Modelo con 5-fold CV y matriz de confusión honesta.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Una ventana abierta, justo ahora.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Wearables en auge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Más relojes en muñecas; la demanda de 'más que pasos' crece.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Población que envejece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Más adultos mayores; caídas e infecciones prevenibles sin detectar.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El cuello de botella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La capa de IA predictiva de salud está vacía. El hardware existe; la inteligencia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Dos formas de ganar,
un mismo motor.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42519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B2C · Suscripción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44805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App de pago mensual. Plan familiar para cuidar mayores a distancia. Funciona con el wearable que ya tienes.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9BA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42519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B2B · Datos y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937760"/>
            <a:ext cx="44805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Aseguradoras y empleadores: menos eventos = menos costo. Índice de riesgo como 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4FD8C4"/>
                </a:solidFill>
                <a:latin typeface="Arial"/>
              </a:rPr>
              <a:t>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EAF2F5"/>
                </a:solidFill>
                <a:latin typeface="Arial"/>
              </a:rPr>
              <a:t>Lo que buscamos,
para qué.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Fase 5–8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API directa + datos en vivo + despliegue en la nube (ya en Vercel).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Llevar el MVP a usuarios reales y crecer el modelo con más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0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4251960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AF2F5"/>
                </a:solidFill>
                <a:latin typeface="Arial"/>
              </a:rPr>
              <a:t>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29260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8AA0B2"/>
                </a:solidFill>
                <a:latin typeface="Arial"/>
              </a:rPr>
              <a:t>Ciencia de datos + producto. Socio que abra puertas B2B y clínica.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0">
                <a:solidFill>
                  <a:srgbClr val="EAF2F5"/>
                </a:solidFill>
                <a:latin typeface="Arial"/>
              </a:rPr>
              <a:t>Ronda Serie Semilla   ·   $X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BioPulse  ·  Predictive Biometric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8AA0B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