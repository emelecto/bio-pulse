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18"/>
    <p:sldId id="268" r:id="rId19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8.xml"/><Relationship Id="rId19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640080" cy="64008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17320" y="594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BioPulse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Tus wearables recogen </a:t>
            </a:r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 datos al día.</a:t>
            </a:r>
            <a:pPr algn="l" indent="0" marL="0">
              <a:lnSpc>
                <a:spcPct val="105000"/>
              </a:lnSpc>
              <a:buNone/>
            </a:pPr>
            <a:endParaRPr lang="en-US" sz="5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06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Ninguno te salva la vida.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los datos de tu reloj inteligente en una alerta temprana que dice qué está pasando y qué hacer — antes de que sea tarde.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4480560" cy="502920"/>
          </a:xfrm>
          <a:prstGeom prst="roundRect">
            <a:avLst>
              <a:gd name="adj" fmla="val 49091"/>
            </a:avLst>
          </a:prstGeom>
          <a:solidFill>
            <a:srgbClr val="101F3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623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SERIE SEMILLA  ·  MVP EN VIVO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Emilio Cardona  ·  Miguel Vasquez  ·  Lucas Velez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dispositivos lo ven todo. Nadie avisa a tiempo.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diarios que tu wearable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deja sin usar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06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de 4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754880" y="3200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adultos mayores sufre una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al año; muchas se previenen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182880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1488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~0%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595360" y="32004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esa señal se vuelve una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accionable a tiempo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infección, una caída o el agotamiento del sistema nervioso no aparecen de la noche a la mañana. Dejan señales semanas antes. Hoy esas señales se pierden en un mar de promedios.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BioPulse: un número que entiendes,</a:t>
            </a:r>
            <a:endParaRPr lang="en-US" sz="3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acción que puedes tomar.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wearable ya sabe que algo va mal.
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lo traducimos a un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Riesgo (0-100)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06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hacer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Sin ser científico, sin ser médico.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contigo mismo, no con un extraño.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9BA8F2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causa exacta, no una caja negra.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0687A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llega con una recomendación.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 en tu teléfono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pantalla. El riesgo de hoy, por qué subió y qué hacer ahora mismo.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274320" cy="2743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51560" y="3063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de riesgo claro: BAJO / MODERADO / ALTO</a:t>
            </a:r>
            <a:endParaRPr lang="en-US" sz="1400" dirty="0"/>
          </a:p>
          <a:p>
            <a:r>
              <a:rPr sz="1300">
                <a:solidFill>
                  <a:srgbClr val="8AA0B2"/>
                </a:solidFill>
              </a:rPr>
              <a:t>BioScore y Sleep Score: bienestar y sueño en un vistazo (mayor = mejor)</a:t>
            </a:r>
          </a:p>
          <a:p>
            <a:r>
              <a:rPr sz="1300">
                <a:solidFill>
                  <a:srgbClr val="8AA0B2"/>
                </a:solidFill>
              </a:rPr>
              <a:t>Coach con Plan de hoy: 3 pasos accionables si el riesgo sube</a:t>
            </a:r>
          </a:p>
          <a:p>
            <a:r>
              <a:rPr sz="1300">
                <a:solidFill>
                  <a:srgbClr val="8AA0B2"/>
                </a:solidFill>
              </a:rPr>
              <a:t>Respiración guiada de 2 min para calmarte al instante</a:t>
            </a:r>
          </a:p>
          <a:p>
            <a:r>
              <a:rPr sz="1300">
                <a:solidFill>
                  <a:srgbClr val="8AA0B2"/>
                </a:solidFill>
              </a:rPr>
              <a:t>Diseño de vidrio iOS 26, modo claro/oscuro al instante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3822192"/>
            <a:ext cx="274320" cy="2743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51560" y="377647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exacta: “HRV 4 días bajo tu base”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535424"/>
            <a:ext cx="274320" cy="2743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448970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del día lista para actuar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5248656"/>
            <a:ext cx="274320" cy="27432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52029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7 / 14 / 30 días a un toque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0D1B2A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629400" y="2057400"/>
            <a:ext cx="457200" cy="45720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7804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BioPulse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01000" y="2880360"/>
            <a:ext cx="1828800" cy="1828800"/>
          </a:xfrm>
          <a:prstGeom prst="ellipse">
            <a:avLst/>
          </a:prstGeom>
          <a:ln w="127000">
            <a:solidFill>
              <a:srgbClr val="15284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01000" y="2880360"/>
            <a:ext cx="1828800" cy="1828800"/>
          </a:xfrm>
          <a:prstGeom prst="ellipse">
            <a:avLst/>
          </a:prstGeom>
          <a:ln w="127000">
            <a:solidFill>
              <a:srgbClr val="F2B84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01000" y="34747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MODERADO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5303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4 días bajo tu base. Baja la carga 24-48 h.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SOMOS DISTINTOS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Ellos te dan el dato.</a:t>
            </a:r>
            <a:endParaRPr lang="en-US" sz="3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Nosotros te decimos qué hacer.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0D1B2A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AA0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WHOOP · FITBIT · APPLE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Millones de números y gráficas
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Promedios estáticos que tú interpretas
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Tú solo descubres lo malo cuando ya pasó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0D1B2A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BIOPULSE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índice de riesgo en lenguaje claro
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por qué, con tus propias métricas
</a:t>
            </a:r>
            <a:endParaRPr lang="en-US" sz="15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 acción concreta antes de que pase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F06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6177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0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FOCO  ·  </a:t>
            </a:r>
            <a:pPr algn="l" indent="0" marL="0">
              <a:buNone/>
            </a:pPr>
            <a:r>
              <a:rPr lang="en-US" sz="20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coach accionable personalizado.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se compone con TUS datos del día (no es un texto fijo). Convertir datos en comportamiento es donde está el valor de mercado — y donde ellos no compiten.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idea en papel. Ya funciona.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 y operando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datos reales</a:t>
            </a:r>
            <a:endParaRPr lang="en-US" sz="1400" dirty="0"/>
          </a:p>
          <a:p>
            <a:r>
              <a:rPr sz="1300">
                <a:solidFill>
                  <a:srgbClr val="8AA0B2"/>
                </a:solidFill>
              </a:rPr>
              <a:t>10 datasets de wearable realistas (30 días cada uno) ya integrados</a:t>
            </a:r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5488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wearable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ya procesados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828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9536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9BA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9536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señal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validados y combinados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0D1B2A"/>
          </a:solidFill>
          <a:ln w="12700">
            <a:solidFill>
              <a:srgbClr val="4FD8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EXISTE  ·  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una app funcionando, modelos entrenados y validados, y un índice de riesgo que corre de extremo a extremo. El riesgo de ejecución ya bajó: lo que sigue es escalar, no inventar.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9BA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(EN SIMPLE)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motores, una sola señal que entiendes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línea 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tus métricas de hoy contra tu propio promedio de 7 días. Si tu “yo normal” cambia, avisamos.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103120"/>
            <a:ext cx="594360" cy="594360"/>
          </a:xfrm>
          <a:prstGeom prst="ellipse">
            <a:avLst/>
          </a:prstGeom>
          <a:solidFill>
            <a:srgbClr val="9BA8F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cuerpo perdiendo flexibilidad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cuánta variedad hay en tu ritmo cardíaco. Menos variedad = más rigidez = señal temprana.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2103120"/>
            <a:ext cx="594360" cy="594360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2103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26880" y="2103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expertos votando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0" y="2926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árboles aprende qué variable importa y valida la alerta con datos reales.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 ·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motor suma hasta 25 puntos. El total (0-100) define BAJO / MODERADO / ALTO y dispara la alerta con su causa.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Predicciones personales desde tus métricas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4FD8C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0" dirty="0">
                <a:solidFill>
                  <a:srgbClr val="8AA0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laboratorio personal: energía del día, riesgo proyectado y calma guiada — todo desde tus propios datos.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0876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energía del día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8:00–22:00 que infiere picos y valles para saber cuándo entrenar o reunirte.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9BA8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4924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de riesgo 3 días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sobre 7 días: 'si sigues así, en 3 días tu riesgo llegaría a X'. Avísate para actuar hoy.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0687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8972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Respiración guiada 2 min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Anillo que respira contigo para calmar el sistema nervioso al instante. Cero datos nuevos.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+ COACH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solo el riesgo: tu recuperación y un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8288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12700">
            <a:solidFill>
              <a:srgbClr val="4FD8C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0" dirty="0">
                <a:solidFill>
                  <a:srgbClr val="8AA0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BioScore y Sleep Score para bienestar; Coach con Plan de hoy accionable; diseño iOS 26 claro/oscuro.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4FD8C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0876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BioScore + Sleep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bienestar (mayor=mejor) y sueño predictivo desde HRV, RHR y recuperación reales.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54880" y="4297680"/>
            <a:ext cx="457200" cy="457200"/>
          </a:xfrm>
          <a:prstGeom prst="ellipse">
            <a:avLst/>
          </a:prstGeom>
          <a:solidFill>
            <a:srgbClr val="9BA8F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34924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hoy (IA)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riesgo sube, el Coach da 3 pasos accionables personalizados con tus métricas del día.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40233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95360" y="4297680"/>
            <a:ext cx="457200" cy="457200"/>
          </a:xfrm>
          <a:prstGeom prst="ellipse">
            <a:avLst/>
          </a:prstGeom>
          <a:solidFill>
            <a:srgbClr val="F0687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89720" y="4251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iOS 26 + claro/oscuro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49377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Vidrio translúcido con blur y modo claro/oscuro instantáneo. Tus datos, tu estilo.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 b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Esto es ciencia de verdad, no humo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de discriminación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datos reales (100k)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057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9BA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75488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estable, no suerte de un split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321040" y="18288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101F30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0574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Honestos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59536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mostramos la matriz de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confusión, falsos positivos incluidos</a:t>
            </a:r>
            <a:endParaRPr lang="en-US" sz="1350" dirty="0"/>
          </a:p>
        </p:txBody>
      </p:sp>
      <p:pic>
        <p:nvPicPr>
          <p:cNvPr id="13" name="Image 0" descr="C:\Users\ecard\OneDrive\Escritorio\BIOPULSE PROYECTO CIENCIA DE DATOS\.worktrees\pitch\files\feature_importance_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0"/>
            <a:ext cx="3453003" cy="24231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434840" y="4023360"/>
            <a:ext cx="7086600" cy="2423160"/>
          </a:xfrm>
          <a:prstGeom prst="roundRect">
            <a:avLst>
              <a:gd name="adj" fmla="val 4528"/>
            </a:avLst>
          </a:prstGeom>
          <a:solidFill>
            <a:srgbClr val="0D1B2A"/>
          </a:solidFill>
          <a:ln w="12700">
            <a:solidFill>
              <a:srgbClr val="1D334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4160520"/>
            <a:ext cx="6629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CONFIAR  ·  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aprendió solo que la temperatura de piel y la recuperación son las señales más predictivas — justo lo que dice la literatura clínica sobre infecciones y fatiga tempranas. La máquina coincide con los médicos.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ventana abierta, justo ahora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01F3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Wearables en auge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más relojes y pulseras inteligentes en muñecas; la demanda de “más que pasos” crece.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01F30"/>
          </a:solidFill>
          <a:ln w="12700">
            <a:solidFill>
              <a:srgbClr val="F068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148840"/>
            <a:ext cx="548640" cy="548640"/>
          </a:xfrm>
          <a:prstGeom prst="ellipse">
            <a:avLst/>
          </a:prstGeom>
          <a:solidFill>
            <a:srgbClr val="F0687A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Población que envejece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adultos mayores, más caídas e infecciones prevenibles que el sistema no detecta a tiempo.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101F30"/>
          </a:solidFill>
          <a:ln w="12700">
            <a:solidFill>
              <a:srgbClr val="9BA8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2148840"/>
            <a:ext cx="548640" cy="548640"/>
          </a:xfrm>
          <a:prstGeom prst="ellipse">
            <a:avLst/>
          </a:prstGeom>
          <a:solidFill>
            <a:srgbClr val="9BA8F2"/>
          </a:solidFill>
          <a:ln/>
        </p:spPr>
      </p:sp>
      <p:sp>
        <p:nvSpPr>
          <p:cNvPr id="14" name="Text 12"/>
          <p:cNvSpPr/>
          <p:nvPr/>
        </p:nvSpPr>
        <p:spPr>
          <a:xfrm>
            <a:off x="928116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cuello de botella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 de IA predictiva de salud está vacía. El hardware existe; la inteligencia no.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hardware ya está en la muñeca de millones. Solo falta la capa que convierta esos datos en cuidado. Esa capa somos nosotros.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formas de ganar, un mismo motor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B2C · Suscripción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256032" cy="256032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788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pago mensual para el usuario final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256032" cy="256032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familiar: cuida a tus mayores a distancia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256032" cy="256032"/>
          </a:xfrm>
          <a:prstGeom prst="ellipse">
            <a:avLst/>
          </a:prstGeom>
          <a:solidFill>
            <a:srgbClr val="4FD8C4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343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con el wearable que ya tienes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257800" cy="3657600"/>
          </a:xfrm>
          <a:prstGeom prst="roundRect">
            <a:avLst>
              <a:gd name="adj" fmla="val 3000"/>
            </a:avLst>
          </a:prstGeom>
          <a:solidFill>
            <a:srgbClr val="0D1B2A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057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· Datos y riesgo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37960" y="2834640"/>
            <a:ext cx="256032" cy="25603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788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Aseguradoras: menos caídas = menos pagos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37960" y="3611880"/>
            <a:ext cx="256032" cy="25603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5661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Geriátricos y clínicas: alerta temprana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37960" y="4389120"/>
            <a:ext cx="256032" cy="25603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4343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corporativo: prevenir bajas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tecnología alimenta ambos ingresos: mientras más usuarios, mejor el modelo; mientras mejor el modelo, más clientes B2B.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AF2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buscamos y para qué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FD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Serie Semilla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828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148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5-8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directa + datos en vivo + despliegue en la nube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82880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0D1B2A"/>
          </a:solidFill>
          <a:ln w="12700">
            <a:solidFill>
              <a:srgbClr val="F06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148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68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95360" y="3108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el MVP a usuarios reales y crecer el modelo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01F30"/>
          </a:solidFill>
          <a:ln w="12700">
            <a:solidFill>
              <a:srgbClr val="4FD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4FD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  ·  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funciona, los modelos están validados y el mercado de wearables no para de crecer. El siguiente paso es integrar los datos en vivo y escalar. Ese es el momento de entrar.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A0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BioPulse  ·  Predictive Biometric Analytics  ·  gracias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BioPulse  ·  Predictive Biometric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2026-08-02T17:19:57Z</dcterms:created>
  <dcterms:modified xsi:type="dcterms:W3CDTF">2026-08-02T17:19:57Z</dcterms:modified>
</cp:coreProperties>
</file>